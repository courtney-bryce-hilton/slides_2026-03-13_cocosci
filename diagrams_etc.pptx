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9A9"/>
    <a:srgbClr val="EC5F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EC80-2550-5DA9-0B12-85CE07F5F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4512D-2ABC-5DD7-35FE-F2CEAB562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0BBD0-D523-1F4A-7E20-627A02AC9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ECEE-13CE-4F43-B038-B5B693453EE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18F68-00D9-7FC8-463B-6E60FF8CD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CF47C-97E1-65A4-35B4-9CEE018A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3D9C-F5BC-1740-A0FA-40E7C9BC8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70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5E34-9162-6F58-F875-E41A234E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E9D18-C569-E315-6F08-9518F03B4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CEFD8-F9F3-B1C7-9805-51CA86CD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ECEE-13CE-4F43-B038-B5B693453EE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7514D-7A85-7E16-F9B9-80C473E9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4AD6B-552A-B37B-5D8E-880D2FD0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3D9C-F5BC-1740-A0FA-40E7C9BC8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73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3DB1-D2FB-EAEC-9964-12748375B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7DF69-9FEF-F112-34F9-7F43F4DD6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F56C2-2DED-56A7-E833-A59391804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ECEE-13CE-4F43-B038-B5B693453EE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3CDDF-14F9-5DC9-D099-65A5DE211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D26E4-9AA7-45F0-122F-65E4A563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3D9C-F5BC-1740-A0FA-40E7C9BC8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16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43FCC-BAFB-C1D8-2286-8AC3242E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D7F5B-8AC0-0A3E-0092-FF7886450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F53F1-896D-87CC-E4E4-07D4C1418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41574-AF3F-62BC-89D3-57B40A1B4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ECEE-13CE-4F43-B038-B5B693453EE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A3A4A-D7A9-FE6D-F134-8C828D47E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0D2D9-4484-6059-C2D4-7152AEE56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3D9C-F5BC-1740-A0FA-40E7C9BC8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9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3B66-6C3C-C75B-B5F7-EB51725A4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F15B9-07F2-B2BB-DB64-90BB04F4A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9C45B-0EF4-AACF-D85E-A9054DB0F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0C881E-7CA1-16CD-DAFD-011AF40EF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A061D-6EDD-F312-2AD3-141DBEA5E8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34F359-07A6-9D31-98A8-836EF9D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ECEE-13CE-4F43-B038-B5B693453EE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E4253F-02CA-4F12-7668-D637B59F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A2B14D-6E9D-34F8-B29D-147AEE80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3D9C-F5BC-1740-A0FA-40E7C9BC8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5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98D46-77AE-98D6-88A2-7F6F7DB38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5974A-3987-E657-5E75-1231DEB2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ECEE-13CE-4F43-B038-B5B693453EE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7C2A1-E7C6-CA36-0B44-DC897D6CB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BEB80-8215-7665-3B97-AB523C580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3D9C-F5BC-1740-A0FA-40E7C9BC8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86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E4E7D9-0B1E-6F41-93D5-19CF6EB2B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ECEE-13CE-4F43-B038-B5B693453EE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436B2-0BDD-9740-1B63-A91D5EF8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72B33-CB30-5BC6-C5B2-35E9E341F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3D9C-F5BC-1740-A0FA-40E7C9BC8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2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76D96-CFBE-F603-D9B2-C041AD96F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C48A2-0969-06C7-FDB6-F10BB1712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8A90F-1514-89E9-722C-47A7638E6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7FE87-37CF-71A2-7507-205EF3CCD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ECEE-13CE-4F43-B038-B5B693453EE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598AE-A210-A0C7-4189-3C79B96F7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634A0-1967-6081-9238-C9B042D03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3D9C-F5BC-1740-A0FA-40E7C9BC8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2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72A9C-04C4-DFB3-95AA-F8AA41DDF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2EF5DE-7EF2-F1E7-650E-8035FFA9C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46FD9-F0C9-DFB9-56AF-CA01E4B1D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01286-2C80-5A87-3AEF-845C1234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ECEE-13CE-4F43-B038-B5B693453EE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73229-C3F8-8714-2F25-6EA725198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64900-43E2-2F24-3EFF-1BED6DF0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3D9C-F5BC-1740-A0FA-40E7C9BC8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43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E905B-7BB2-BF22-72BB-5F07EBE2B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16CA5-0A95-9E4A-11F0-65DE53604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6F091-5E96-D3BE-4CA5-87C08B6DF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ECEE-13CE-4F43-B038-B5B693453EE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225EB-7E82-8D31-9673-4222A6B24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467D1-1CB8-C45B-C7CF-AF0C5AE2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3D9C-F5BC-1740-A0FA-40E7C9BC8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39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D95C79-7AC6-087E-BB59-C1598A6FD8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ED343-D905-2603-6E23-EABB84722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3E2D9-7BFD-D0F3-3430-A4E251393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ECEE-13CE-4F43-B038-B5B693453EE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EE848-A047-C531-2A2D-5BC3B70BB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6F3B-DB6D-264F-EC21-6FF62790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3D9C-F5BC-1740-A0FA-40E7C9BC8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8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F2227-05C6-C573-A32F-AA985EC0B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75713-4AEC-017C-5432-A8B0EB90E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1E0BC-4DA6-9588-8798-C394E32ED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AECEE-13CE-4F43-B038-B5B693453EE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E0773-EE84-97EC-768A-8071D31F5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5530E-DE08-95AD-5C0D-F6F83683D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83D9C-F5BC-1740-A0FA-40E7C9BC8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5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B880F46-7E8C-E5BA-522C-84B2568EDDB6}"/>
              </a:ext>
            </a:extLst>
          </p:cNvPr>
          <p:cNvSpPr/>
          <p:nvPr/>
        </p:nvSpPr>
        <p:spPr>
          <a:xfrm>
            <a:off x="1862325" y="1122884"/>
            <a:ext cx="1210963" cy="12109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white matter integrity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D4AD6A-4DE6-A5CA-4BEC-CFCC011F3256}"/>
              </a:ext>
            </a:extLst>
          </p:cNvPr>
          <p:cNvSpPr/>
          <p:nvPr/>
        </p:nvSpPr>
        <p:spPr>
          <a:xfrm>
            <a:off x="5756332" y="1122884"/>
            <a:ext cx="1452542" cy="13226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conscious</a:t>
            </a:r>
          </a:p>
          <a:p>
            <a:pPr algn="ctr"/>
            <a:r>
              <a:rPr lang="en-US" sz="1200" dirty="0"/>
              <a:t>accesibility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4CBDFC-B90B-5135-3C7D-DB27E6DA6C5D}"/>
              </a:ext>
            </a:extLst>
          </p:cNvPr>
          <p:cNvSpPr/>
          <p:nvPr/>
        </p:nvSpPr>
        <p:spPr>
          <a:xfrm>
            <a:off x="9995276" y="1122884"/>
            <a:ext cx="1210963" cy="12109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pitch sensitivity</a:t>
            </a:r>
          </a:p>
        </p:txBody>
      </p:sp>
      <p:pic>
        <p:nvPicPr>
          <p:cNvPr id="1026" name="Picture 2" descr="Arcuate Fasciculus - an overview | ScienceDirect Topics">
            <a:extLst>
              <a:ext uri="{FF2B5EF4-FFF2-40B4-BE49-F238E27FC236}">
                <a16:creationId xmlns:a16="http://schemas.microsoft.com/office/drawing/2014/main" id="{A16358B8-7EBC-80C4-75FA-94286D19A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12" y="3429000"/>
            <a:ext cx="3768466" cy="284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622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32DF4E-8CB2-B5BA-15A5-B8EDE9EDB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331" y="188565"/>
            <a:ext cx="6480869" cy="648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6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E81D-508B-DC60-B7E9-0FE3F988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1171C-A80A-ABE2-75D9-565984E21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331" y="188565"/>
            <a:ext cx="6480869" cy="6480869"/>
          </a:xfrm>
          <a:prstGeom prst="rect">
            <a:avLst/>
          </a:prstGeom>
        </p:spPr>
      </p:pic>
      <p:sp>
        <p:nvSpPr>
          <p:cNvPr id="3" name="16-point Star 2">
            <a:extLst>
              <a:ext uri="{FF2B5EF4-FFF2-40B4-BE49-F238E27FC236}">
                <a16:creationId xmlns:a16="http://schemas.microsoft.com/office/drawing/2014/main" id="{48AC098D-858C-1C32-D908-0E71ECB19998}"/>
              </a:ext>
            </a:extLst>
          </p:cNvPr>
          <p:cNvSpPr/>
          <p:nvPr/>
        </p:nvSpPr>
        <p:spPr>
          <a:xfrm>
            <a:off x="2169042" y="797441"/>
            <a:ext cx="2445489" cy="2445489"/>
          </a:xfrm>
          <a:prstGeom prst="star1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rgbClr val="FFFF00"/>
                </a:solidFill>
              </a:rPr>
              <a:t>CHEAP!</a:t>
            </a:r>
          </a:p>
        </p:txBody>
      </p:sp>
    </p:spTree>
    <p:extLst>
      <p:ext uri="{BB962C8B-B14F-4D97-AF65-F5344CB8AC3E}">
        <p14:creationId xmlns:p14="http://schemas.microsoft.com/office/powerpoint/2010/main" val="108544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026AB-2F8A-6430-30B7-3D05C7F4F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7376BB-D039-05FD-F05B-E4E5CDCC6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331" y="188565"/>
            <a:ext cx="6480869" cy="6480869"/>
          </a:xfrm>
          <a:prstGeom prst="rect">
            <a:avLst/>
          </a:prstGeom>
        </p:spPr>
      </p:pic>
      <p:sp>
        <p:nvSpPr>
          <p:cNvPr id="3" name="16-point Star 2">
            <a:extLst>
              <a:ext uri="{FF2B5EF4-FFF2-40B4-BE49-F238E27FC236}">
                <a16:creationId xmlns:a16="http://schemas.microsoft.com/office/drawing/2014/main" id="{67C60857-E2E6-93E7-DF1E-C54599F22B77}"/>
              </a:ext>
            </a:extLst>
          </p:cNvPr>
          <p:cNvSpPr/>
          <p:nvPr/>
        </p:nvSpPr>
        <p:spPr>
          <a:xfrm>
            <a:off x="2169042" y="797441"/>
            <a:ext cx="2445489" cy="2445489"/>
          </a:xfrm>
          <a:prstGeom prst="star1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rgbClr val="FFFF00"/>
                </a:solidFill>
              </a:rPr>
              <a:t>CHEAP!</a:t>
            </a:r>
          </a:p>
        </p:txBody>
      </p:sp>
      <p:sp>
        <p:nvSpPr>
          <p:cNvPr id="2" name="16-point Star 1">
            <a:extLst>
              <a:ext uri="{FF2B5EF4-FFF2-40B4-BE49-F238E27FC236}">
                <a16:creationId xmlns:a16="http://schemas.microsoft.com/office/drawing/2014/main" id="{452FEB7F-D1C2-AE5B-B97E-E6F75E6C77B9}"/>
              </a:ext>
            </a:extLst>
          </p:cNvPr>
          <p:cNvSpPr/>
          <p:nvPr/>
        </p:nvSpPr>
        <p:spPr>
          <a:xfrm>
            <a:off x="7063562" y="1332613"/>
            <a:ext cx="2445489" cy="2445489"/>
          </a:xfrm>
          <a:prstGeom prst="star1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6FC24-9366-46A4-8F67-A205B72AA1CA}"/>
              </a:ext>
            </a:extLst>
          </p:cNvPr>
          <p:cNvSpPr txBox="1"/>
          <p:nvPr/>
        </p:nvSpPr>
        <p:spPr>
          <a:xfrm>
            <a:off x="7494839" y="2124470"/>
            <a:ext cx="158293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dirty="0">
                <a:solidFill>
                  <a:srgbClr val="FFFF00"/>
                </a:solidFill>
              </a:rPr>
              <a:t>NON-</a:t>
            </a:r>
          </a:p>
          <a:p>
            <a:pPr algn="ctr"/>
            <a:r>
              <a:rPr lang="en-US" sz="2500" dirty="0">
                <a:solidFill>
                  <a:srgbClr val="FFFF00"/>
                </a:solidFill>
              </a:rPr>
              <a:t>INVASIVE!</a:t>
            </a:r>
          </a:p>
        </p:txBody>
      </p:sp>
    </p:spTree>
    <p:extLst>
      <p:ext uri="{BB962C8B-B14F-4D97-AF65-F5344CB8AC3E}">
        <p14:creationId xmlns:p14="http://schemas.microsoft.com/office/powerpoint/2010/main" val="3125671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706E2-A23D-DC4A-9C76-DD6D7064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C26401-E507-0382-4DA0-820A3E759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331" y="188565"/>
            <a:ext cx="6480869" cy="6480869"/>
          </a:xfrm>
          <a:prstGeom prst="rect">
            <a:avLst/>
          </a:prstGeom>
        </p:spPr>
      </p:pic>
      <p:sp>
        <p:nvSpPr>
          <p:cNvPr id="3" name="16-point Star 2">
            <a:extLst>
              <a:ext uri="{FF2B5EF4-FFF2-40B4-BE49-F238E27FC236}">
                <a16:creationId xmlns:a16="http://schemas.microsoft.com/office/drawing/2014/main" id="{2D5BFA35-EEF1-8869-3C9F-DA19EB010C0A}"/>
              </a:ext>
            </a:extLst>
          </p:cNvPr>
          <p:cNvSpPr/>
          <p:nvPr/>
        </p:nvSpPr>
        <p:spPr>
          <a:xfrm>
            <a:off x="2169042" y="797441"/>
            <a:ext cx="2445489" cy="2445489"/>
          </a:xfrm>
          <a:prstGeom prst="star1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rgbClr val="FFFF00"/>
                </a:solidFill>
              </a:rPr>
              <a:t>CHEAP!</a:t>
            </a:r>
          </a:p>
        </p:txBody>
      </p:sp>
      <p:sp>
        <p:nvSpPr>
          <p:cNvPr id="2" name="16-point Star 1">
            <a:extLst>
              <a:ext uri="{FF2B5EF4-FFF2-40B4-BE49-F238E27FC236}">
                <a16:creationId xmlns:a16="http://schemas.microsoft.com/office/drawing/2014/main" id="{88309766-7684-121D-9C11-E78A20D28EE2}"/>
              </a:ext>
            </a:extLst>
          </p:cNvPr>
          <p:cNvSpPr/>
          <p:nvPr/>
        </p:nvSpPr>
        <p:spPr>
          <a:xfrm>
            <a:off x="7063562" y="1332613"/>
            <a:ext cx="2445489" cy="2445489"/>
          </a:xfrm>
          <a:prstGeom prst="star1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FA924-D172-0569-C09C-35D5A5C9A71B}"/>
              </a:ext>
            </a:extLst>
          </p:cNvPr>
          <p:cNvSpPr txBox="1"/>
          <p:nvPr/>
        </p:nvSpPr>
        <p:spPr>
          <a:xfrm>
            <a:off x="7494839" y="2124470"/>
            <a:ext cx="158293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dirty="0">
                <a:solidFill>
                  <a:srgbClr val="FFFF00"/>
                </a:solidFill>
              </a:rPr>
              <a:t>NON-</a:t>
            </a:r>
          </a:p>
          <a:p>
            <a:pPr algn="ctr"/>
            <a:r>
              <a:rPr lang="en-US" sz="2500" dirty="0">
                <a:solidFill>
                  <a:srgbClr val="FFFF00"/>
                </a:solidFill>
              </a:rPr>
              <a:t>INVASIVE!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9472AF-1622-6BBD-3680-41F9EC427CBC}"/>
              </a:ext>
            </a:extLst>
          </p:cNvPr>
          <p:cNvGrpSpPr/>
          <p:nvPr/>
        </p:nvGrpSpPr>
        <p:grpSpPr>
          <a:xfrm>
            <a:off x="3239386" y="4223945"/>
            <a:ext cx="2445489" cy="2445489"/>
            <a:chOff x="3313814" y="3795728"/>
            <a:chExt cx="2445489" cy="2445489"/>
          </a:xfrm>
        </p:grpSpPr>
        <p:sp>
          <p:nvSpPr>
            <p:cNvPr id="6" name="16-point Star 5">
              <a:extLst>
                <a:ext uri="{FF2B5EF4-FFF2-40B4-BE49-F238E27FC236}">
                  <a16:creationId xmlns:a16="http://schemas.microsoft.com/office/drawing/2014/main" id="{584FF1AA-CD4D-E9F8-CB5D-18D751DFA89D}"/>
                </a:ext>
              </a:extLst>
            </p:cNvPr>
            <p:cNvSpPr/>
            <p:nvPr/>
          </p:nvSpPr>
          <p:spPr>
            <a:xfrm>
              <a:off x="3313814" y="3795728"/>
              <a:ext cx="2445489" cy="2445489"/>
            </a:xfrm>
            <a:prstGeom prst="star16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00" dirty="0">
                <a:solidFill>
                  <a:srgbClr val="FFFF0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57D66F-AE86-8E53-3CD7-B31D5DC7E2F2}"/>
                </a:ext>
              </a:extLst>
            </p:cNvPr>
            <p:cNvSpPr txBox="1"/>
            <p:nvPr/>
          </p:nvSpPr>
          <p:spPr>
            <a:xfrm>
              <a:off x="3663530" y="4779945"/>
              <a:ext cx="1746055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500" dirty="0">
                  <a:solidFill>
                    <a:srgbClr val="FFFF00"/>
                  </a:solidFill>
                </a:rPr>
                <a:t>PORTABLE!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9544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181C4D1-D852-0D56-A7B0-85D33CB48939}"/>
              </a:ext>
            </a:extLst>
          </p:cNvPr>
          <p:cNvGrpSpPr/>
          <p:nvPr/>
        </p:nvGrpSpPr>
        <p:grpSpPr>
          <a:xfrm>
            <a:off x="1818167" y="2961040"/>
            <a:ext cx="2041451" cy="745684"/>
            <a:chOff x="2424223" y="2482702"/>
            <a:chExt cx="2041451" cy="745684"/>
          </a:xfrm>
          <a:solidFill>
            <a:srgbClr val="EDE9A9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7CAB790-10EA-6805-5AD0-253528C24383}"/>
                </a:ext>
              </a:extLst>
            </p:cNvPr>
            <p:cNvSpPr/>
            <p:nvPr/>
          </p:nvSpPr>
          <p:spPr>
            <a:xfrm>
              <a:off x="2424223" y="2482702"/>
              <a:ext cx="2041451" cy="74568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CF8752-91D7-CC51-A4E8-A07D12EE3AED}"/>
                </a:ext>
              </a:extLst>
            </p:cNvPr>
            <p:cNvSpPr txBox="1"/>
            <p:nvPr/>
          </p:nvSpPr>
          <p:spPr>
            <a:xfrm>
              <a:off x="2578140" y="2670878"/>
              <a:ext cx="1733616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pitch sensitivity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EEE534-482A-FDAB-4F4D-B8E17E2658A2}"/>
              </a:ext>
            </a:extLst>
          </p:cNvPr>
          <p:cNvGrpSpPr/>
          <p:nvPr/>
        </p:nvGrpSpPr>
        <p:grpSpPr>
          <a:xfrm>
            <a:off x="212650" y="1556841"/>
            <a:ext cx="2126512" cy="839972"/>
            <a:chOff x="287079" y="1212112"/>
            <a:chExt cx="2126512" cy="83997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0619D64-58AA-74AE-DFDF-BE7DDD84716D}"/>
                </a:ext>
              </a:extLst>
            </p:cNvPr>
            <p:cNvSpPr/>
            <p:nvPr/>
          </p:nvSpPr>
          <p:spPr>
            <a:xfrm>
              <a:off x="287079" y="1212112"/>
              <a:ext cx="2126512" cy="8399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62F108-A5A5-F14D-5913-0B30C30DA5BF}"/>
                </a:ext>
              </a:extLst>
            </p:cNvPr>
            <p:cNvSpPr txBox="1"/>
            <p:nvPr/>
          </p:nvSpPr>
          <p:spPr>
            <a:xfrm>
              <a:off x="712179" y="1308932"/>
              <a:ext cx="12763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encoding / </a:t>
              </a:r>
            </a:p>
            <a:p>
              <a:r>
                <a:rPr lang="en-US" dirty="0"/>
                <a:t>peripheral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1D64D3-6EA1-D146-1942-8E6CE75725DB}"/>
              </a:ext>
            </a:extLst>
          </p:cNvPr>
          <p:cNvCxnSpPr>
            <a:stCxn id="9" idx="2"/>
          </p:cNvCxnSpPr>
          <p:nvPr/>
        </p:nvCxnSpPr>
        <p:spPr>
          <a:xfrm>
            <a:off x="1275906" y="2396813"/>
            <a:ext cx="542261" cy="5642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086282-9959-85AD-32ED-697C51204667}"/>
              </a:ext>
            </a:extLst>
          </p:cNvPr>
          <p:cNvGrpSpPr/>
          <p:nvPr/>
        </p:nvGrpSpPr>
        <p:grpSpPr>
          <a:xfrm>
            <a:off x="334924" y="4364539"/>
            <a:ext cx="1212112" cy="733646"/>
            <a:chOff x="106326" y="4550735"/>
            <a:chExt cx="1212112" cy="73364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E15653-78CD-5DBB-E43D-A5E9C61D4224}"/>
                </a:ext>
              </a:extLst>
            </p:cNvPr>
            <p:cNvSpPr/>
            <p:nvPr/>
          </p:nvSpPr>
          <p:spPr>
            <a:xfrm>
              <a:off x="106326" y="4550735"/>
              <a:ext cx="1212112" cy="7336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E31116-F480-92A6-3BCE-26E469BBEC5F}"/>
                </a:ext>
              </a:extLst>
            </p:cNvPr>
            <p:cNvSpPr txBox="1"/>
            <p:nvPr/>
          </p:nvSpPr>
          <p:spPr>
            <a:xfrm>
              <a:off x="381971" y="4732892"/>
              <a:ext cx="660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error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A07B85-5052-8C54-40D8-65603AABCDE9}"/>
              </a:ext>
            </a:extLst>
          </p:cNvPr>
          <p:cNvCxnSpPr>
            <a:cxnSpLocks/>
          </p:cNvCxnSpPr>
          <p:nvPr/>
        </p:nvCxnSpPr>
        <p:spPr>
          <a:xfrm flipV="1">
            <a:off x="1547036" y="3706724"/>
            <a:ext cx="536945" cy="657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CBCA52-1864-F22A-546F-96C0BF0D0C15}"/>
              </a:ext>
            </a:extLst>
          </p:cNvPr>
          <p:cNvGrpSpPr/>
          <p:nvPr/>
        </p:nvGrpSpPr>
        <p:grpSpPr>
          <a:xfrm>
            <a:off x="6826936" y="3162836"/>
            <a:ext cx="2417691" cy="784703"/>
            <a:chOff x="5227118" y="2915427"/>
            <a:chExt cx="2027414" cy="78470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BD2909D-5EAE-BABE-B5E9-A8EEEA053C33}"/>
                </a:ext>
              </a:extLst>
            </p:cNvPr>
            <p:cNvSpPr/>
            <p:nvPr/>
          </p:nvSpPr>
          <p:spPr>
            <a:xfrm>
              <a:off x="5337544" y="2915427"/>
              <a:ext cx="1743740" cy="7847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6A0426F-E97A-A7A3-6C79-A4B2F9393C8F}"/>
                </a:ext>
              </a:extLst>
            </p:cNvPr>
            <p:cNvSpPr txBox="1"/>
            <p:nvPr/>
          </p:nvSpPr>
          <p:spPr>
            <a:xfrm>
              <a:off x="5227118" y="2994746"/>
              <a:ext cx="202741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pitch white-matter</a:t>
              </a:r>
            </a:p>
            <a:p>
              <a:pPr algn="ctr"/>
              <a:r>
                <a:rPr lang="en-US" dirty="0"/>
                <a:t>integrity</a:t>
              </a: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63CF7E4-2EBF-8020-FC95-5AB2DE1425BC}"/>
              </a:ext>
            </a:extLst>
          </p:cNvPr>
          <p:cNvCxnSpPr>
            <a:cxnSpLocks/>
            <a:stCxn id="20" idx="1"/>
            <a:endCxn id="46" idx="3"/>
          </p:cNvCxnSpPr>
          <p:nvPr/>
        </p:nvCxnSpPr>
        <p:spPr>
          <a:xfrm flipH="1" flipV="1">
            <a:off x="6028406" y="3342762"/>
            <a:ext cx="930213" cy="2124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650147C-E5DE-2D7B-D184-B6B6C10AE6AB}"/>
              </a:ext>
            </a:extLst>
          </p:cNvPr>
          <p:cNvGrpSpPr/>
          <p:nvPr/>
        </p:nvGrpSpPr>
        <p:grpSpPr>
          <a:xfrm>
            <a:off x="6490795" y="4585845"/>
            <a:ext cx="1318437" cy="786808"/>
            <a:chOff x="4699591" y="4497573"/>
            <a:chExt cx="1318437" cy="78680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1EB5AB-6602-D09F-528D-2C63DD6A42B7}"/>
                </a:ext>
              </a:extLst>
            </p:cNvPr>
            <p:cNvSpPr/>
            <p:nvPr/>
          </p:nvSpPr>
          <p:spPr>
            <a:xfrm>
              <a:off x="4699591" y="4497573"/>
              <a:ext cx="1318437" cy="7868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2388F85-CAA9-871C-7948-F9FB4A3B9969}"/>
                </a:ext>
              </a:extLst>
            </p:cNvPr>
            <p:cNvSpPr txBox="1"/>
            <p:nvPr/>
          </p:nvSpPr>
          <p:spPr>
            <a:xfrm>
              <a:off x="4880953" y="4566757"/>
              <a:ext cx="9557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music</a:t>
              </a:r>
            </a:p>
            <a:p>
              <a:pPr algn="ctr"/>
              <a:r>
                <a:rPr lang="en-US" dirty="0"/>
                <a:t>lessons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C72D27-D34F-B1EE-3761-BB0CDD5C7066}"/>
              </a:ext>
            </a:extLst>
          </p:cNvPr>
          <p:cNvCxnSpPr>
            <a:stCxn id="25" idx="0"/>
          </p:cNvCxnSpPr>
          <p:nvPr/>
        </p:nvCxnSpPr>
        <p:spPr>
          <a:xfrm flipV="1">
            <a:off x="7150014" y="3947539"/>
            <a:ext cx="255181" cy="6383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B280CA0-1437-AAAB-E68E-D7E9BD0E991C}"/>
              </a:ext>
            </a:extLst>
          </p:cNvPr>
          <p:cNvSpPr/>
          <p:nvPr/>
        </p:nvSpPr>
        <p:spPr>
          <a:xfrm>
            <a:off x="8372271" y="4655030"/>
            <a:ext cx="1318437" cy="717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1E8C26-4785-A77A-EF02-05D52FB428E4}"/>
              </a:ext>
            </a:extLst>
          </p:cNvPr>
          <p:cNvSpPr txBox="1"/>
          <p:nvPr/>
        </p:nvSpPr>
        <p:spPr>
          <a:xfrm>
            <a:off x="8446937" y="4829176"/>
            <a:ext cx="1169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pathology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F48B7A5-7A91-BE5E-96F4-2E674C560171}"/>
              </a:ext>
            </a:extLst>
          </p:cNvPr>
          <p:cNvCxnSpPr/>
          <p:nvPr/>
        </p:nvCxnSpPr>
        <p:spPr>
          <a:xfrm flipH="1" flipV="1">
            <a:off x="8223902" y="3947539"/>
            <a:ext cx="659219" cy="7074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8B01A9B-FFED-FE42-836D-68CD05FACC36}"/>
              </a:ext>
            </a:extLst>
          </p:cNvPr>
          <p:cNvGrpSpPr/>
          <p:nvPr/>
        </p:nvGrpSpPr>
        <p:grpSpPr>
          <a:xfrm>
            <a:off x="6879007" y="977217"/>
            <a:ext cx="1860449" cy="897750"/>
            <a:chOff x="4561367" y="425303"/>
            <a:chExt cx="1860449" cy="89775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7BAE585-97EC-06A4-CE83-7581514B6B3B}"/>
                </a:ext>
              </a:extLst>
            </p:cNvPr>
            <p:cNvSpPr/>
            <p:nvPr/>
          </p:nvSpPr>
          <p:spPr>
            <a:xfrm>
              <a:off x="4561367" y="425303"/>
              <a:ext cx="1860449" cy="8977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06125DC-89B0-FB65-74D0-39311941B5F5}"/>
                </a:ext>
              </a:extLst>
            </p:cNvPr>
            <p:cNvSpPr txBox="1"/>
            <p:nvPr/>
          </p:nvSpPr>
          <p:spPr>
            <a:xfrm>
              <a:off x="4743277" y="539977"/>
              <a:ext cx="14966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maturation / </a:t>
              </a:r>
            </a:p>
            <a:p>
              <a:pPr algn="ctr"/>
              <a:r>
                <a:rPr lang="en-US" dirty="0"/>
                <a:t>development</a:t>
              </a: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CBC2055-A35A-6961-CAD0-FCEC4D56CFA6}"/>
              </a:ext>
            </a:extLst>
          </p:cNvPr>
          <p:cNvCxnSpPr>
            <a:stCxn id="34" idx="2"/>
            <a:endCxn id="20" idx="0"/>
          </p:cNvCxnSpPr>
          <p:nvPr/>
        </p:nvCxnSpPr>
        <p:spPr>
          <a:xfrm>
            <a:off x="7809232" y="1874967"/>
            <a:ext cx="189092" cy="12878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E2C926B-3165-B74D-6D48-4176A79F6CE4}"/>
              </a:ext>
            </a:extLst>
          </p:cNvPr>
          <p:cNvSpPr/>
          <p:nvPr/>
        </p:nvSpPr>
        <p:spPr>
          <a:xfrm>
            <a:off x="9595371" y="2428711"/>
            <a:ext cx="2105244" cy="1278013"/>
          </a:xfrm>
          <a:prstGeom prst="rect">
            <a:avLst/>
          </a:prstGeom>
          <a:solidFill>
            <a:srgbClr val="EDE9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959297-A16F-D4B0-0B70-6A156DB48350}"/>
              </a:ext>
            </a:extLst>
          </p:cNvPr>
          <p:cNvSpPr txBox="1"/>
          <p:nvPr/>
        </p:nvSpPr>
        <p:spPr>
          <a:xfrm>
            <a:off x="9776123" y="2655027"/>
            <a:ext cx="17437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brain-wide white-matter integrity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2096E4-C12A-6D3A-4904-24322E7850A4}"/>
              </a:ext>
            </a:extLst>
          </p:cNvPr>
          <p:cNvCxnSpPr>
            <a:cxnSpLocks/>
          </p:cNvCxnSpPr>
          <p:nvPr/>
        </p:nvCxnSpPr>
        <p:spPr>
          <a:xfrm>
            <a:off x="8739456" y="1874967"/>
            <a:ext cx="850603" cy="6059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5FEB0C7-48F9-8E70-558C-F323E96FF8F2}"/>
              </a:ext>
            </a:extLst>
          </p:cNvPr>
          <p:cNvSpPr/>
          <p:nvPr/>
        </p:nvSpPr>
        <p:spPr>
          <a:xfrm>
            <a:off x="4401879" y="2872122"/>
            <a:ext cx="1626527" cy="941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37987C-5F59-779A-F9CE-20F4685BF7E3}"/>
              </a:ext>
            </a:extLst>
          </p:cNvPr>
          <p:cNvSpPr txBox="1"/>
          <p:nvPr/>
        </p:nvSpPr>
        <p:spPr>
          <a:xfrm>
            <a:off x="4588207" y="3040081"/>
            <a:ext cx="12538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conscious</a:t>
            </a:r>
          </a:p>
          <a:p>
            <a:pPr algn="ctr"/>
            <a:r>
              <a:rPr lang="en-US" dirty="0"/>
              <a:t>access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18509A1-B648-5998-B727-3ADCB6558294}"/>
              </a:ext>
            </a:extLst>
          </p:cNvPr>
          <p:cNvCxnSpPr>
            <a:stCxn id="46" idx="1"/>
            <a:endCxn id="5" idx="3"/>
          </p:cNvCxnSpPr>
          <p:nvPr/>
        </p:nvCxnSpPr>
        <p:spPr>
          <a:xfrm flipH="1" flipV="1">
            <a:off x="3859618" y="3333882"/>
            <a:ext cx="542261" cy="88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786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3934</TotalTime>
  <Words>41</Words>
  <Application>Microsoft Macintosh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Courtney Hilton</dc:creator>
  <cp:lastModifiedBy>Courtney Hilton</cp:lastModifiedBy>
  <cp:revision>2</cp:revision>
  <dcterms:created xsi:type="dcterms:W3CDTF">2026-03-10T02:47:48Z</dcterms:created>
  <dcterms:modified xsi:type="dcterms:W3CDTF">2026-03-12T20:22:34Z</dcterms:modified>
</cp:coreProperties>
</file>